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46a0026a943b9" /><Relationship Type="http://schemas.openxmlformats.org/officeDocument/2006/relationships/extended-properties" Target="/docProps/app.xml" Id="R1e3c7a542d854788" /><Relationship Type="http://schemas.openxmlformats.org/officeDocument/2006/relationships/officeDocument" Target="/ppt/presentation.xml" Id="Ra5d70a48fb1c42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810bab79e44068"/>
  </p:sldMasterIdLst>
  <p:notesMasterIdLst>
    <p:notesMasterId xmlns:r="http://schemas.openxmlformats.org/officeDocument/2006/relationships" r:id="R1b69c4e982c34851"/>
  </p:notesMasterIdLst>
  <p:sldIdLst>
    <p:sldId xmlns:r="http://schemas.openxmlformats.org/officeDocument/2006/relationships" id="256" r:id="Rfadd17f89f8245f7"/>
    <p:sldId xmlns:r="http://schemas.openxmlformats.org/officeDocument/2006/relationships" id="257" r:id="Rcdd0154746074776"/>
    <p:sldId xmlns:r="http://schemas.openxmlformats.org/officeDocument/2006/relationships" id="258" r:id="R20dbce2bf202457f"/>
    <p:sldId xmlns:r="http://schemas.openxmlformats.org/officeDocument/2006/relationships" id="259" r:id="Ra887fc3403894e11"/>
    <p:sldId xmlns:r="http://schemas.openxmlformats.org/officeDocument/2006/relationships" id="260" r:id="Rebc46ee658f247ee"/>
    <p:sldId xmlns:r="http://schemas.openxmlformats.org/officeDocument/2006/relationships" id="261" r:id="R1a6f46a5aa0947d0"/>
    <p:sldId xmlns:r="http://schemas.openxmlformats.org/officeDocument/2006/relationships" id="262" r:id="Rba22a76cff924241"/>
    <p:sldId xmlns:r="http://schemas.openxmlformats.org/officeDocument/2006/relationships" id="263" r:id="R0d46a73dd11e47b5"/>
    <p:sldId xmlns:r="http://schemas.openxmlformats.org/officeDocument/2006/relationships" id="264" r:id="Rabfb721f61e4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fc764b366546da" /><Relationship Type="http://schemas.openxmlformats.org/officeDocument/2006/relationships/slideMaster" Target="/ppt/slideMasters/slideMaster1.xml" Id="Rb3810bab79e44068" /><Relationship Type="http://schemas.openxmlformats.org/officeDocument/2006/relationships/notesMaster" Target="/ppt/notesMasters/notesMaster1.xml" Id="R1b69c4e982c34851" /><Relationship Type="http://schemas.openxmlformats.org/officeDocument/2006/relationships/presProps" Target="/ppt/presProps.xml" Id="R85f1ee91bb8445bc" /><Relationship Type="http://schemas.openxmlformats.org/officeDocument/2006/relationships/tableStyles" Target="/ppt/tableStyles.xml" Id="R80ebc9ed159e45d4" /><Relationship Type="http://schemas.openxmlformats.org/officeDocument/2006/relationships/slide" Target="/ppt/slides/slide1.xml" Id="Rfadd17f89f8245f7" /><Relationship Type="http://schemas.openxmlformats.org/officeDocument/2006/relationships/slide" Target="/ppt/slides/slide2.xml" Id="Rcdd0154746074776" /><Relationship Type="http://schemas.openxmlformats.org/officeDocument/2006/relationships/slide" Target="/ppt/slides/slide3.xml" Id="R20dbce2bf202457f" /><Relationship Type="http://schemas.openxmlformats.org/officeDocument/2006/relationships/slide" Target="/ppt/slides/slide4.xml" Id="Ra887fc3403894e11" /><Relationship Type="http://schemas.openxmlformats.org/officeDocument/2006/relationships/slide" Target="/ppt/slides/slide5.xml" Id="Rebc46ee658f247ee" /><Relationship Type="http://schemas.openxmlformats.org/officeDocument/2006/relationships/slide" Target="/ppt/slides/slide6.xml" Id="R1a6f46a5aa0947d0" /><Relationship Type="http://schemas.openxmlformats.org/officeDocument/2006/relationships/slide" Target="/ppt/slides/slide7.xml" Id="Rba22a76cff924241" /><Relationship Type="http://schemas.openxmlformats.org/officeDocument/2006/relationships/slide" Target="/ppt/slides/slide8.xml" Id="R0d46a73dd11e47b5" /><Relationship Type="http://schemas.openxmlformats.org/officeDocument/2006/relationships/slide" Target="/ppt/slides/slide9.xml" Id="Rabfb721f61e4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90903c3fc3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1e8d5e2d145e6" /><Relationship Type="http://schemas.openxmlformats.org/officeDocument/2006/relationships/notesMaster" Target="/ppt/notesMasters/notesMaster1.xml" Id="R479342475f95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cf3c4662914610" /><Relationship Type="http://schemas.openxmlformats.org/officeDocument/2006/relationships/notesMaster" Target="/ppt/notesMasters/notesMaster1.xml" Id="R6c32c7467b1c45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e639115d4c4bcc" /><Relationship Type="http://schemas.openxmlformats.org/officeDocument/2006/relationships/notesMaster" Target="/ppt/notesMasters/notesMaster1.xml" Id="R5d365416518b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d03e088fd643f6" /><Relationship Type="http://schemas.openxmlformats.org/officeDocument/2006/relationships/notesMaster" Target="/ppt/notesMasters/notesMaster1.xml" Id="Rd802dbae7fef4d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3d001ce8e4f0c" /><Relationship Type="http://schemas.openxmlformats.org/officeDocument/2006/relationships/notesMaster" Target="/ppt/notesMasters/notesMaster1.xml" Id="R6414853501e641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f492fd08584dd5" /><Relationship Type="http://schemas.openxmlformats.org/officeDocument/2006/relationships/notesMaster" Target="/ppt/notesMasters/notesMaster1.xml" Id="R90d7d12cc31a42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96aa661b14380" /><Relationship Type="http://schemas.openxmlformats.org/officeDocument/2006/relationships/notesMaster" Target="/ppt/notesMasters/notesMaster1.xml" Id="R1a565023c5c943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43e27af82d49ec" /><Relationship Type="http://schemas.openxmlformats.org/officeDocument/2006/relationships/notesMaster" Target="/ppt/notesMasters/notesMaster1.xml" Id="R423f1e3c94a745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0413b5fbe04831" /><Relationship Type="http://schemas.openxmlformats.org/officeDocument/2006/relationships/notesMaster" Target="/ppt/notesMasters/notesMaster1.xml" Id="R96fd5a5c1aff48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d35f72d8a47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7ae921c4374f75" /><Relationship Type="http://schemas.openxmlformats.org/officeDocument/2006/relationships/slideLayout" Target="/ppt/slideLayouts/slideLayout1.xml" Id="Rf0120b51e2bf41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120b51e2bf41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4d1f927324992" /><Relationship Type="http://schemas.openxmlformats.org/officeDocument/2006/relationships/notesSlide" Target="/ppt/notesSlides/notesSlide1.xml" Id="Rcb81d2a18f0445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00b17e02d4b44" /><Relationship Type="http://schemas.openxmlformats.org/officeDocument/2006/relationships/notesSlide" Target="/ppt/notesSlides/notesSlide2.xml" Id="Rb95e2c9fcf86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439ee0963478e" /><Relationship Type="http://schemas.openxmlformats.org/officeDocument/2006/relationships/notesSlide" Target="/ppt/notesSlides/notesSlide3.xml" Id="R726e111b665d42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d5b1281ba4dfc" /><Relationship Type="http://schemas.openxmlformats.org/officeDocument/2006/relationships/notesSlide" Target="/ppt/notesSlides/notesSlide4.xml" Id="R4ee79515d8ce4c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37da78b8b4255" /><Relationship Type="http://schemas.openxmlformats.org/officeDocument/2006/relationships/notesSlide" Target="/ppt/notesSlides/notesSlide5.xml" Id="R219fab89224d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a6dd0cb164bcf" /><Relationship Type="http://schemas.openxmlformats.org/officeDocument/2006/relationships/notesSlide" Target="/ppt/notesSlides/notesSlide6.xml" Id="Rb336a2b130b642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63b4636df4a8e" /><Relationship Type="http://schemas.openxmlformats.org/officeDocument/2006/relationships/notesSlide" Target="/ppt/notesSlides/notesSlide7.xml" Id="R4863690250f64a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af7bfc4f0487b" /><Relationship Type="http://schemas.openxmlformats.org/officeDocument/2006/relationships/notesSlide" Target="/ppt/notesSlides/notesSlide8.xml" Id="Re5fe0abd36d84b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0906543b049de" /><Relationship Type="http://schemas.openxmlformats.org/officeDocument/2006/relationships/notesSlide" Target="/ppt/notesSlides/notesSlide9.xml" Id="R46ada3aa040640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98CFFE7-66DF-4C06-AD7D-624FDC60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Notary402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7B9403B-0644-4DD7-92A5-8FB702AE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71913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Confianza legal verificable para agentes IA y protocolos Web3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13ABBF-3C72-485B-AD45-67A93180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MVP backend para convertir intención legal, firma, pago, análisis y atestación en un flujo auditable.</a:t>
            </a:r>
          </a:p>
        </p:txBody>
      </p:sp>
      <p:sp>
        <p:nvSpPr>
          <p:cNvPr id="4" name="proof-column">
            <a:extLst xmlns:a="http://schemas.openxmlformats.org/drawingml/2006/main">
              <a:ext uri="{FF2B5EF4-FFF2-40B4-BE49-F238E27FC236}">
                <a16:creationId xmlns:a16="http://schemas.microsoft.com/office/drawing/2014/main" id="{439161B3-8E20-42B5-9105-5F2C0C5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"/>
            <a:ext cx="35814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abel-box">
            <a:extLst xmlns:a="http://schemas.openxmlformats.org/drawingml/2006/main">
              <a:ext uri="{FF2B5EF4-FFF2-40B4-BE49-F238E27FC236}">
                <a16:creationId xmlns:a16="http://schemas.microsoft.com/office/drawing/2014/main" id="{C935C279-7186-4F41-9EA3-BC390825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906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15EED8-1814-484A-8DF1-8B4DA601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0477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REST + MCP</a:t>
            </a:r>
          </a:p>
        </p:txBody>
      </p:sp>
      <p:sp>
        <p:nvSpPr>
          <p:cNvPr id="7" name="label-box">
            <a:extLst xmlns:a="http://schemas.openxmlformats.org/drawingml/2006/main">
              <a:ext uri="{FF2B5EF4-FFF2-40B4-BE49-F238E27FC236}">
                <a16:creationId xmlns:a16="http://schemas.microsoft.com/office/drawing/2014/main" id="{0B765109-25F7-4271-BA0C-BE36474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5BDC66-5720-488A-B22B-846C1A5D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811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L402</a:t>
            </a:r>
          </a:p>
        </p:txBody>
      </p:sp>
      <p:sp>
        <p:nvSpPr>
          <p:cNvPr id="9" name="label-box">
            <a:extLst xmlns:a="http://schemas.openxmlformats.org/drawingml/2006/main">
              <a:ext uri="{FF2B5EF4-FFF2-40B4-BE49-F238E27FC236}">
                <a16:creationId xmlns:a16="http://schemas.microsoft.com/office/drawing/2014/main" id="{1378D440-C530-4978-95A8-B535A6CB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3F753E-67A9-44C4-9BF2-816DE04E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EIP-191</a:t>
            </a:r>
          </a:p>
        </p:txBody>
      </p:sp>
      <p:sp>
        <p:nvSpPr>
          <p:cNvPr id="11" name="label-box">
            <a:extLst xmlns:a="http://schemas.openxmlformats.org/drawingml/2006/main">
              <a:ext uri="{FF2B5EF4-FFF2-40B4-BE49-F238E27FC236}">
                <a16:creationId xmlns:a16="http://schemas.microsoft.com/office/drawing/2014/main" id="{B9E82A1D-BCDB-4D1E-B551-5BECC092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66F386-1AD6-4894-90E1-262076A2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479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Supabase audit</a:t>
            </a:r>
          </a:p>
        </p:txBody>
      </p:sp>
      <p:sp>
        <p:nvSpPr>
          <p:cNvPr id="13" name="label-box">
            <a:extLst xmlns:a="http://schemas.openxmlformats.org/drawingml/2006/main">
              <a:ext uri="{FF2B5EF4-FFF2-40B4-BE49-F238E27FC236}">
                <a16:creationId xmlns:a16="http://schemas.microsoft.com/office/drawing/2014/main" id="{A7B00ABC-13B3-42B4-951A-CEA06CBB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41428D7-89D7-4AD3-8D9A-30FD809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QR verify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9B407D2-075C-428B-B9F3-E39B26E3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628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Un backend que permite a máquinas comprar confianza, demostrar identidad y dejar evidencia verificable.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A4A518-759B-43EB-B19A-7F66A79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249D4FA-C649-409A-8AC4-2FC170FF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472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C46645A-9B2E-43CF-A9CD-29D535FC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Problema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B05C77-91C5-4E4A-81D0-C1653110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5AA0B68-8856-4C4D-8F80-D98E4D1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08F79E8-1FA6-4E8B-9919-45A58612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El problema ya no es solo firmar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A549C4-E238-4267-8EB0-FAE97691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Cuando el actor es un agente autónomo, la firma aislada no basta para generar confianza legal.</a:t>
            </a:r>
          </a:p>
        </p:txBody>
      </p:sp>
      <p:sp>
        <p:nvSpPr>
          <p:cNvPr id="6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3D4F0993-8151-4D83-BE7D-70118040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5241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739672-C328-4093-A922-7A04B666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Identidad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9D5422-40D8-4140-AA5A-FE43040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20669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agente debe probar control de una wallet real, no solo enviar un payload.</a:t>
            </a:r>
          </a:p>
        </p:txBody>
      </p:sp>
      <p:sp>
        <p:nvSpPr>
          <p:cNvPr id="9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47B696FA-5A5B-43E8-8F5A-4C89959E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5241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938FFE-DD1E-40EA-89CD-7E8C9DDE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86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Pago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440927-397D-4A60-A565-E19D557F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95700"/>
            <a:ext cx="20669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acceso debe quedar condicionado a un recibo L402 verificable.</a:t>
            </a:r>
          </a:p>
        </p:txBody>
      </p:sp>
      <p:sp>
        <p:nvSpPr>
          <p:cNvPr id="1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6AA445C4-93ED-4E58-BE50-FA320BFB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5241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BE3D20-B719-44F6-962B-18FED376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Jurisdicción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AA2E81-EF9C-4A46-A3AA-3014FA5C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20669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flujo debe razonar bajo reglas de El Salvador y reconocer casos de riesgo.</a:t>
            </a:r>
          </a:p>
        </p:txBody>
      </p:sp>
      <p:sp>
        <p:nvSpPr>
          <p:cNvPr id="15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6FA7185C-B95F-41D4-B25C-05E4ED4E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5241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459D96-FEEB-458B-AB7A-DBC46F7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Auditoría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B1257D1-71EF-42B2-A019-B8EFE62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95700"/>
            <a:ext cx="20669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Cada paso necesita evidencia consultable y verificación pública.</a:t>
            </a:r>
          </a:p>
        </p:txBody>
      </p:sp>
    </p:spTree>
    <p:extLst>
      <p:ext uri="{BB962C8B-B14F-4D97-AF65-F5344CB8AC3E}">
        <p14:creationId xmlns:p14="http://schemas.microsoft.com/office/powerpoint/2010/main" val="702526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E9A805A-B407-4B9E-9AEB-A8778B1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Propuesta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2D5578-246A-40D6-A5B6-1A65F312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29E0C4D-CFD4-4FC8-85C6-753487BA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71406C-2A4A-457E-B772-3B579DE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71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El MVP convierte una intención legal en una atestación verificable</a:t>
            </a:r>
          </a:p>
        </p:txBody>
      </p:sp>
      <p:sp>
        <p:nvSpPr>
          <p:cNvPr id="5" name="main-claim">
            <a:extLst xmlns:a="http://schemas.openxmlformats.org/drawingml/2006/main">
              <a:ext uri="{FF2B5EF4-FFF2-40B4-BE49-F238E27FC236}">
                <a16:creationId xmlns:a16="http://schemas.microsoft.com/office/drawing/2014/main" id="{488D7FCF-74D1-402B-98AA-45455C7F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7A3939-DDF0-4059-A9B8-F3D8D084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Entrada: intención legal de un agente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FC9B66-A1B6-48FC-9643-8904614B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765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Proceso: firma, pago y análisis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206FAB-87DE-445E-974B-379A12AA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76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Salida: atestación pública</a:t>
            </a:r>
          </a:p>
        </p:txBody>
      </p:sp>
      <p:sp>
        <p:nvSpPr>
          <p:cNvPr id="9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6579BAA2-CCBA-4843-B207-6F0F7E3A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5D5449-0CBF-466B-942B-ED144BF6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Backend Fastify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E167D7-A7DC-4CE3-ABC9-787C3AA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Expone contrato REST/OpenAPI para crear solicitudes, verificar pruebas y emitir resultados.</a:t>
            </a:r>
          </a:p>
        </p:txBody>
      </p:sp>
      <p:sp>
        <p:nvSpPr>
          <p:cNvPr id="1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A789D0DC-A643-4C18-A692-B55F4CD6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CEECBC9-5C1A-421A-8CF4-38DB9040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8622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Store auditable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3BB802B-5A80-46B6-B74A-07326A72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9582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Usa Supabase cuando hay credenciales live y MemoryStore para pruebas/desarrollo.</a:t>
            </a:r>
          </a:p>
        </p:txBody>
      </p:sp>
      <p:sp>
        <p:nvSpPr>
          <p:cNvPr id="15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CD014E0C-26DF-44DC-9625-3E08B96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57625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498D48E-B1D2-4C60-970C-F79A9533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86225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Verificación final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739E33-2BF9-4AC8-B14E-5772E63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9582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Permite consultar la atestación y validar checks de documento, wallet, pago y firma notarial.</a:t>
            </a:r>
          </a:p>
        </p:txBody>
      </p:sp>
    </p:spTree>
    <p:extLst>
      <p:ext uri="{BB962C8B-B14F-4D97-AF65-F5344CB8AC3E}">
        <p14:creationId xmlns:p14="http://schemas.microsoft.com/office/powerpoint/2010/main" val="2114095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8293141-E873-4A40-B174-59DC9E36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Flujo backend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B95FC77-CAB1-439D-8DB0-354FBC6A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46C471C-596E-4F74-9192-E8D14059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DD5BC61-D91D-4030-99C8-E37C61B5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El flujo encadena pruebas técnicas antes de emitir confianza</a:t>
            </a:r>
          </a:p>
        </p:txBody>
      </p:sp>
      <p:sp>
        <p:nvSpPr>
          <p:cNvPr id="5" name="workflow-step">
            <a:extLst xmlns:a="http://schemas.openxmlformats.org/drawingml/2006/main">
              <a:ext uri="{FF2B5EF4-FFF2-40B4-BE49-F238E27FC236}">
                <a16:creationId xmlns:a16="http://schemas.microsoft.com/office/drawing/2014/main" id="{37B0D697-5DCC-4BD7-8FD1-4FD2A2F5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B8587A-AF3C-4A74-9B4D-70AD52D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964465-C86A-44B3-AFEE-D537AB91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Legal intent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FB5E62-F8DC-43DC-9D1A-4098B8B9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El agente declara propósito, partes, obligaciones y riesgos.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D5BB2B9-A736-42A9-BA69-7AA21E20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0" name="workflow-step">
            <a:extLst xmlns:a="http://schemas.openxmlformats.org/drawingml/2006/main">
              <a:ext uri="{FF2B5EF4-FFF2-40B4-BE49-F238E27FC236}">
                <a16:creationId xmlns:a16="http://schemas.microsoft.com/office/drawing/2014/main" id="{FD883FBE-403D-4670-8622-4101D0CF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80B35F-4A1E-4048-9100-EE4975A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0EC6A7-FCF4-4F34-9CFA-25BCB0B7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Signature request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70ADD8-A7FA-4604-9AE3-5148E0C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El backend genera request_hash y estado awaiting_payment.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B09F2B-A5CB-4BFB-9AB4-7BFBDC3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5" name="workflow-step">
            <a:extLst xmlns:a="http://schemas.openxmlformats.org/drawingml/2006/main">
              <a:ext uri="{FF2B5EF4-FFF2-40B4-BE49-F238E27FC236}">
                <a16:creationId xmlns:a16="http://schemas.microsoft.com/office/drawing/2014/main" id="{1A8C9F77-2E44-46CB-9A7C-144809D0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2B1F33A-4C1A-4C21-AD04-1FC6CC7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6C6695A-2D57-4716-AF20-05F54DB5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Wallet proof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B62F65D-F47F-44DD-A655-AAA7DBB3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EIP-191 valida control de wallet en Polygon Amoy 80002.</a:t>
            </a:r>
          </a:p>
        </p:txBody>
      </p:sp>
      <p:sp>
        <p:nvSpPr>
          <p:cNvPr id="19" name="workflow-step">
            <a:extLst xmlns:a="http://schemas.openxmlformats.org/drawingml/2006/main">
              <a:ext uri="{FF2B5EF4-FFF2-40B4-BE49-F238E27FC236}">
                <a16:creationId xmlns:a16="http://schemas.microsoft.com/office/drawing/2014/main" id="{E32C022C-5614-4CD2-8349-DBC34516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19CB572-75B0-4354-9602-9548AFD8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624CA51-71E9-4D8D-853E-8B56E95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L402 receipt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F3AEB71-7646-4BFB-A427-E3EC108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Se registra comprobante macaroon:preimage de Aperture/Polar.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202476-E004-47E6-9947-8C7DF398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624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4" name="workflow-step">
            <a:extLst xmlns:a="http://schemas.openxmlformats.org/drawingml/2006/main">
              <a:ext uri="{FF2B5EF4-FFF2-40B4-BE49-F238E27FC236}">
                <a16:creationId xmlns:a16="http://schemas.microsoft.com/office/drawing/2014/main" id="{B19F839E-D9E8-4265-A4AD-D1F13F9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8125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6BAE6CC-D77C-4E29-9213-85C0C6C5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005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6F6AAC7-7B84-483C-B1AD-F220E31C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00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Legal analysis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DA62AE3-87CD-4099-91C5-9C6B8AA9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577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QVAC/Ollama calcula riesgo y necesidad de notario humano.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6BD93BE-8CC9-44B4-BF32-8A034AF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624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9" name="workflow-step">
            <a:extLst xmlns:a="http://schemas.openxmlformats.org/drawingml/2006/main">
              <a:ext uri="{FF2B5EF4-FFF2-40B4-BE49-F238E27FC236}">
                <a16:creationId xmlns:a16="http://schemas.microsoft.com/office/drawing/2014/main" id="{528C968B-689F-4849-BE5A-19DFDA1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48125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CA3AF2E-D085-4990-8887-62F141F2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005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A0BF240-2369-4131-A40D-C901A17A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00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Attestation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5C2D322-AD33-44C1-AEA4-82CA31C4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577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Se emite, verifica y publica el resultado final.</a:t>
            </a:r>
          </a:p>
        </p:txBody>
      </p:sp>
    </p:spTree>
    <p:extLst>
      <p:ext uri="{BB962C8B-B14F-4D97-AF65-F5344CB8AC3E}">
        <p14:creationId xmlns:p14="http://schemas.microsoft.com/office/powerpoint/2010/main" val="963262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D5DBFF5-0924-4FA6-BEF7-00AFD439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API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42C7049-60B0-4D37-957D-D70BA70B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8D1B730-625B-4B9B-820C-342D16EF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B9347E-9D7E-4B3C-B8B9-B5CB0AA0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La API ya cubre el ciclo operativo del MVP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E16EF8-95A8-4C5A-A978-163E2FC5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No es una maqueta de UI: hay endpoints para crear, probar, auditar y verificar.</a:t>
            </a:r>
          </a:p>
        </p:txBody>
      </p:sp>
      <p:sp>
        <p:nvSpPr>
          <p:cNvPr id="6" name="api-column">
            <a:extLst xmlns:a="http://schemas.openxmlformats.org/drawingml/2006/main">
              <a:ext uri="{FF2B5EF4-FFF2-40B4-BE49-F238E27FC236}">
                <a16:creationId xmlns:a16="http://schemas.microsoft.com/office/drawing/2014/main" id="{1D78E363-D255-45B5-9E4F-BDD89C18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F181BEB-9824-4D73-B9C3-452C1B2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Entrada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B78AA9-E802-4AA2-8EA3-B17CC3A4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/health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/v1/live/status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/v1/legal-intent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/v1/documents/request</a:t>
            </a:r>
          </a:p>
        </p:txBody>
      </p:sp>
      <p:sp>
        <p:nvSpPr>
          <p:cNvPr id="9" name="api-column">
            <a:extLst xmlns:a="http://schemas.openxmlformats.org/drawingml/2006/main">
              <a:ext uri="{FF2B5EF4-FFF2-40B4-BE49-F238E27FC236}">
                <a16:creationId xmlns:a16="http://schemas.microsoft.com/office/drawing/2014/main" id="{61ABEDED-AAB1-4A69-9239-677B29E4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BECCA5-B677-456D-B409-25E302A8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Pruebas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ED69FC-D9B9-49B5-9ED1-5C29329A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/v1/signature/request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/v1/wallets/verify-signature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/v1/payments/l402/verify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/v1/payments/amoy/verify</a:t>
            </a:r>
          </a:p>
        </p:txBody>
      </p:sp>
      <p:sp>
        <p:nvSpPr>
          <p:cNvPr id="12" name="api-column">
            <a:extLst xmlns:a="http://schemas.openxmlformats.org/drawingml/2006/main">
              <a:ext uri="{FF2B5EF4-FFF2-40B4-BE49-F238E27FC236}">
                <a16:creationId xmlns:a16="http://schemas.microsoft.com/office/drawing/2014/main" id="{9779AD97-C368-442C-9B9A-B46EDFDD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092F7A-97C1-46B5-8E5E-6003103C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Decisión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E781284-1904-475B-9F8A-E95FCECD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/v1/signature/validate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/v1/zavu/escalate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/v1/integrations/datamcp</a:t>
            </a:r>
          </a:p>
        </p:txBody>
      </p:sp>
      <p:sp>
        <p:nvSpPr>
          <p:cNvPr id="15" name="api-column">
            <a:extLst xmlns:a="http://schemas.openxmlformats.org/drawingml/2006/main">
              <a:ext uri="{FF2B5EF4-FFF2-40B4-BE49-F238E27FC236}">
                <a16:creationId xmlns:a16="http://schemas.microsoft.com/office/drawing/2014/main" id="{BB7E33FD-0177-4B97-B4C7-E5FD1BE9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1DB820E-42FB-43BA-B6F9-7B125F9B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Salida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B790097-D90D-4D0F-897D-A5BAE138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/v1/attestations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/v1/attestations/:id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/v1/attestations/:id/timeline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/v1/verify</a:t>
            </a:r>
          </a:p>
        </p:txBody>
      </p:sp>
    </p:spTree>
    <p:extLst>
      <p:ext uri="{BB962C8B-B14F-4D97-AF65-F5344CB8AC3E}">
        <p14:creationId xmlns:p14="http://schemas.microsoft.com/office/powerpoint/2010/main" val="1712771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A8E1C3E-769A-4989-B5B4-DB105F98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Confianza por capas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82C29EB-89F1-4702-BBE9-98CA9D74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3E9083B-6261-4040-A62F-CC405E21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DE6A47-5189-4801-8BB2-414D99D0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885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Cada integración responde una pregunta de confianza distinta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D0A5C3-B057-4E2A-B7CF-D39E8BA3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Aperture / Polar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17D19944-91A5-43A8-81ED-30EDA78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A4B89B-F82A-4C73-9E7E-5BEFD472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¿Pagó el agente?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B04A7C-5533-40F2-9B6C-C14CEF18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81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L402 + Lightning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04935B-B4DF-46A2-B0BF-52735706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Polygon Amoy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17F3E01-D9B9-405A-AAAC-CBF23853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08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8AFC1F-65CC-4DDF-AD88-DDB2B2AC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¿Controla la wallet?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2C3CF30-6F37-416B-936C-396735F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28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EIP-191 + chain 80002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D61F56-3697-4001-B1CC-5288D6A5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Supabase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A294F66-68FC-444A-800F-37163CE1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385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43ED647-22E9-4D6E-A981-7991780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¿Quedó auditado?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31AF3C5-E04C-4026-8E2E-EC3D4F8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Tablas de workflow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2E0F9DA-98CD-4218-9C33-F6EE1E46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DataMCP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8AEB3317-C77B-49AC-BD30-E0733FC3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862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B87AE88-E3F3-4E83-B7C6-F74DF35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¿Puede consultarlo un agente?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9BB0436-3BC3-41AA-90FD-749025A8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24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Read-only MCP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A4F968D-82F9-4E9B-B5C2-4ED48EBF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QVAC / Ollama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370A8165-3559-433E-9DEA-20D21501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339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52CA3C0-1140-4CD8-A44F-6615C2F8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¿Hay riesgo legal?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24ACB63-8D58-460E-B3F6-3C8FA5B4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Análisis jurisdiccional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D9F83DC-BD77-4E0C-A5FF-1F89CEB3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Zavu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AD260107-79F1-4B8E-B768-7F96086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D0A6CD2-E493-445D-8E6F-2A23F5F9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00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¿Debe entrar un humano?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56309A4-EF2F-4986-AC18-E93AAFEB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1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Escalación WhatsApp</a:t>
            </a:r>
          </a:p>
        </p:txBody>
      </p:sp>
      <p:sp>
        <p:nvSpPr>
          <p:cNvPr id="2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60CA532-57B8-4721-A8DF-27844993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5316CF6-8FE3-4B84-946F-053DA7CA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340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Resultado: una atestación que no depende de una sola prueba, sino de una cadena de evidencia.</a:t>
            </a:r>
          </a:p>
        </p:txBody>
      </p:sp>
    </p:spTree>
    <p:extLst>
      <p:ext uri="{BB962C8B-B14F-4D97-AF65-F5344CB8AC3E}">
        <p14:creationId xmlns:p14="http://schemas.microsoft.com/office/powerpoint/2010/main" val="1661612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622EA29-6A46-48F0-839A-C7774D96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Límite legal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C09AA23-2FC2-4F11-AA45-6FBF2B6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158740-B95E-4C90-A844-AD963FE3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3BFF8AB-E46F-4B08-909F-5FF44023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El límite legal es parte del producto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E184610-15A7-4DDD-915D-57D0131C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Notary402 automatiza evidencia y análisis. Cuando la ley exige intervención humana, el backend cambia el estado y escala.</a:t>
            </a:r>
          </a:p>
        </p:txBody>
      </p:sp>
      <p:sp>
        <p:nvSpPr>
          <p:cNvPr id="6" name="autonomous-zone">
            <a:extLst xmlns:a="http://schemas.openxmlformats.org/drawingml/2006/main">
              <a:ext uri="{FF2B5EF4-FFF2-40B4-BE49-F238E27FC236}">
                <a16:creationId xmlns:a16="http://schemas.microsoft.com/office/drawing/2014/main" id="{E5B83D78-D35D-4787-9003-DBCF4337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5181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8E715A-A882-4CFD-AC49-5BC65B6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Autónomo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7091E4-FA18-4A19-8B72-0158DD3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Hash, wallet proof, pago, análisis de bajo riesgo y atestación issued.</a:t>
            </a:r>
          </a:p>
        </p:txBody>
      </p:sp>
      <p:sp>
        <p:nvSpPr>
          <p:cNvPr id="9" name="human-zone">
            <a:extLst xmlns:a="http://schemas.openxmlformats.org/drawingml/2006/main">
              <a:ext uri="{FF2B5EF4-FFF2-40B4-BE49-F238E27FC236}">
                <a16:creationId xmlns:a16="http://schemas.microsoft.com/office/drawing/2014/main" id="{1FE3ABF2-465C-423B-A185-2E88673B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05125"/>
            <a:ext cx="5181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F8B0D0-14FB-40A0-A2E2-2DF4E6A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Escalado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C297117-F5F5-4360-B5BA-2479F708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Poderes, instrumentos públicos o riesgo alto pasan a pending_human_review y Zavu.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5BB381-B53F-46DA-BDB1-7C26E3A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721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La promesa del MVP no es reemplazar al notario. Es saber cuándo no hacerlo.</a:t>
            </a:r>
          </a:p>
        </p:txBody>
      </p:sp>
    </p:spTree>
    <p:extLst>
      <p:ext uri="{BB962C8B-B14F-4D97-AF65-F5344CB8AC3E}">
        <p14:creationId xmlns:p14="http://schemas.microsoft.com/office/powerpoint/2010/main" val="773855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47298DC-F9F6-4C69-A268-244C0A98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Demo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A9EB447-18A9-4B93-9FA3-9209AE9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B2114F8-5A45-4781-B39F-C39AA60D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F127B1-5B89-41EC-91C3-17E6AD5B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52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La demo puede enseñarse como un recorrido verificable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7C2C60-7525-431A-8FD3-F35AA3AB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El presentador no necesita vender promesas: puede mostrar estados, IDs, checks y timeline.</a:t>
            </a:r>
          </a:p>
        </p:txBody>
      </p:sp>
      <p:sp>
        <p:nvSpPr>
          <p:cNvPr id="6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78FF7683-F778-4C61-AE3D-A4B333D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278CD3-DA19-44D4-A6E6-420A5ACE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1. API local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CBD0C3-22AB-4D3F-8A0A-1FC4886F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Levantar backend en puerto 3001 y crear legal intent + signature request.</a:t>
            </a:r>
          </a:p>
        </p:txBody>
      </p:sp>
      <p:sp>
        <p:nvSpPr>
          <p:cNvPr id="9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579BD09F-059E-4452-9A92-FC182384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A00010-E21B-4A3D-A3EF-6A816B2F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2. Pruebas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2AEA53-85FD-4283-95F7-C5760917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Firmar request_hash, registrar recibo L402 y ejecutar validación legal.</a:t>
            </a:r>
          </a:p>
        </p:txBody>
      </p:sp>
      <p:sp>
        <p:nvSpPr>
          <p:cNvPr id="1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12985005-94B2-4935-A9D4-DC771AC3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664031-47BF-40DE-92CA-02038B54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861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3. Verifier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4ED6714-D2BB-409A-B6BE-D677C07D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Consultar attestation_id, checks, live status y timeline público.</a:t>
            </a:r>
          </a:p>
        </p:txBody>
      </p:sp>
      <p:sp>
        <p:nvSpPr>
          <p:cNvPr id="15" name="demo-line">
            <a:extLst xmlns:a="http://schemas.openxmlformats.org/drawingml/2006/main">
              <a:ext uri="{FF2B5EF4-FFF2-40B4-BE49-F238E27FC236}">
                <a16:creationId xmlns:a16="http://schemas.microsoft.com/office/drawing/2014/main" id="{48137FD1-B6D4-4B70-A82F-FA32E15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931A466-0D57-43ED-B345-D57DE02C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Prueba narrativa: agente inicia -&gt; backend valida -&gt; atestación queda verificable -&gt; riesgo alto escala a humano.</a:t>
            </a:r>
          </a:p>
        </p:txBody>
      </p:sp>
    </p:spTree>
    <p:extLst>
      <p:ext uri="{BB962C8B-B14F-4D97-AF65-F5344CB8AC3E}">
        <p14:creationId xmlns:p14="http://schemas.microsoft.com/office/powerpoint/2010/main" val="1309254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5871E86-C6F1-475F-9159-B8DB6C66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Cierre live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2D97263-6C87-4681-B3F0-D7233A02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Notary402 MVP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F8EE717-8680-4E49-944F-A31AD329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5E869B1-C543-4282-B2DC-7D6BB7C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Para cerrar el MVP live, faltan integraciones operativas y una demo E2E real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654ABB-CEA1-415F-9E5A-9BFB9E84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93C4D1-FC22-4630-931D-C1FC2CC9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19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Credenciales live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4E4548-600D-42B9-AC36-3EF85AF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Supabase, DataMCP, Amoy RPC, Aperture, n8n y Zavu sin exponer secretos.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05775CEA-2A05-4CA8-AC57-584F3A0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955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F21BD4-D06A-4147-9233-A12DE716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4CBBD9-52D9-4237-A4BB-23C77BFC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Schema aplicado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F3F8D4-BB15-4275-99AD-CC5402EC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Tablas de auditoría instaladas y verificadas en Supabase.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EBC2E49-BD8F-42F5-A1D5-653340FD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C5EBA12-62D5-4FD4-B597-4318182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135E6BC-B892-4F53-9791-60F798F2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Smoke tests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821030-0843-4264-9B01-8E147660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Config, Supabase, DataMCP, Amoy, Zavu, Aperture y E2E live.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F1EC39B-D1BB-4FB1-840B-1B0D56F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671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9153AFF-9951-43AB-B8EE-C599F25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5FDE3BF-00A1-415A-AC59-384720D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767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Workflow n8n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7B74D23-D377-412C-B6C9-790A5D9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957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Importar y validar el flujo legal-signature con mappings reales.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70CFC444-B0F1-42C8-BD6F-C6D694F5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E9E0C53-4332-4560-9589-A8C23D43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7E423B9-2E19-4AD8-9630-E0EEA24A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Demo E2E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6A02A6E-EA2A-4CBD-93BA-8C31078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815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Legal intent -&gt; attestation -&gt; verify contra Supabase real.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012C796F-5AFA-40BE-8271-848DB4C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387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5695E89-DFE8-4FAB-A068-CB042388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96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Ask del pitch: convertir el MVP local en prueba live auditable con integraciones reales.</a:t>
            </a:r>
          </a:p>
        </p:txBody>
      </p:sp>
    </p:spTree>
    <p:extLst>
      <p:ext uri="{BB962C8B-B14F-4D97-AF65-F5344CB8AC3E}">
        <p14:creationId xmlns:p14="http://schemas.microsoft.com/office/powerpoint/2010/main" val="849305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2026-07-05T08:08:33.6280000Z</dcterms:created>
  <dcterms:modified xsi:type="dcterms:W3CDTF">2026-07-05T08:08:33.6290000Z</dcterms:modified>
</coreProperties>
</file>